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体检系统升级 V2 · CONTEXT.md · 精简版</a:t>
            </a:r>
          </a:p>
          <a:p>
            <a:r>
              <a:t>领域术语表与切流发布架构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IN ONE PAGE｜术语总览</a:t>
            </a:r>
          </a:p>
          <a:p>
            <a:r>
              <a:t>一页看懂：网络共生、逻辑隔离的蓝绿双站</a:t>
            </a:r>
          </a:p>
          <a:p>
            <a:r>
              <a:t>同一机房同一内网的两套应用集群，通过独立注册中心 + 区域标签隔离；数据层与缓存集中共享，任务与消费单活。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站点 · SITE / CLUSTER ZONE</a:t>
            </a:r>
          </a:p>
          <a:p>
            <a:r>
              <a:t>站点：蓝区与绿区，同机房同内网的两套集群</a:t>
            </a:r>
          </a:p>
          <a:p>
            <a:r>
              <a:t>超算区 / 蓝区（Supercomputing Zone）：原有应用集群，10.142 网段；与南湾区同机房、同一内网；承载常态主业务流量；挂载全量数据层；统一 Redis 集中部署在本站（跨站会话共享）</a:t>
            </a:r>
          </a:p>
          <a:p>
            <a:r>
              <a:t>南湾区 / 绿区（Nanwan Zone）：新建应用集群，10.20 网段；同属同机房同一内网拓扑；RTT 与超算对等，延迟忽略不计；独立注册中心集群，服务发现互不干扰；切流后独自承接 100% 生产流量</a:t>
            </a:r>
          </a:p>
          <a:p>
            <a:r>
              <a:t>【强调】逻辑双站 / 蓝绿集群：网络共生、逻辑完全隔离，不是物理异地双机房；目的只有两个 —— 环境隔离 + 快速切流；隔离靠各自独立的注册中心集群 + CLUSTER_ZONE 区域亲和路由。</a:t>
            </a:r>
          </a:p>
          <a:p>
            <a:r>
              <a:t>【备注】表述纪律：评审中「双端 / 双站」一律按本页口径表述，不与「异地双机房 / 双活」混用。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网关与流量路由 · ROUTING &amp; INGRESS</a:t>
            </a:r>
          </a:p>
          <a:p>
            <a:r>
              <a:t>两层网关：L0 管去向，L1 管闭合</a:t>
            </a:r>
          </a:p>
          <a:p>
            <a:r>
              <a:t>L0 统一入口（L0 Ingress Gateway）：部署于前置的高可用入口反向代理层；承担整站全量流量的「总开关」角色；控制超算与南湾的权重分配；严格执行 100:0 或 0:100 原子切换；不提供中间态权重（无金丝雀）</a:t>
            </a:r>
          </a:p>
          <a:p>
            <a:r>
              <a:t>L1 站点接入层（L1 Site Ingress）：站点内部的前置接入层；分发本站静态前端资源；反向代理后端 API 请求；铁律：本站前端必调本站后端；上线验证可直连本站内部域名</a:t>
            </a:r>
          </a:p>
          <a:p>
            <a:r>
              <a:t>【强调】区域亲和路由（ADR 0003）：实例启动注入 CLUSTER_ZONE，RPC 客户端严格只调同区实例 —— 同内网网络层默认可达，出现跨区调用即视为隔离失效。</a:t>
            </a:r>
          </a:p>
          <a:p>
            <a:r>
              <a:t>【备注】L0 只做「全量拨向哪一站」；站内前后端的对应关系由 L1 保证，两层职责不混用。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网关与流量路由｜ADR 0005</a:t>
            </a:r>
          </a:p>
          <a:p>
            <a:r>
              <a:t>整站全量原子切流：Atomic All-or-Nothing Cutover</a:t>
            </a:r>
          </a:p>
          <a:p>
            <a:r>
              <a:t>切换前（100 : 0）：超算区承载常态主业务流量；南湾区待命：任务与消费挂起；版本 N 在线上运行</a:t>
            </a:r>
          </a:p>
          <a:p>
            <a:r>
              <a:t>瞬时拨动（No Canary）：不采用渐进式金丝雀权重；流量只在 100:0 与 0:100 之间瞬时拨动；无中间态、无按用户比例灰度</a:t>
            </a:r>
          </a:p>
          <a:p>
            <a:r>
              <a:t>切换后（0 : 100）：南湾区承接全量生产流量；上线验证依托站点直连内部域名；版本 N+1 生效</a:t>
            </a:r>
          </a:p>
          <a:p>
            <a:r>
              <a:t>【强调】目的：杜绝用户在两个版本间反复横跳；代价：接流站必须独自扛住 100% 流量（见「发版窗口承压」）。</a:t>
            </a:r>
          </a:p>
          <a:p>
            <a:r>
              <a:t>【备注】决策依据：ADR 0005 atomic-cutover-no-canary（原子切流、不做金丝雀）。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数据库与演进模型｜ADR 0002</a:t>
            </a:r>
          </a:p>
          <a:p>
            <a:r>
              <a:t>数据库：先膨胀后收缩，破坏性变更一票否决</a:t>
            </a:r>
          </a:p>
          <a:p>
            <a:r>
              <a:t>针对共享单数据库系统的两阶段架构演进模式，用「时间差」换「可回滚」。</a:t>
            </a:r>
          </a:p>
          <a:p>
            <a:r>
              <a:t>Expand 膨胀：只新增，不修改：发布新版时只新增字段或表，同时兼顾新旧两个版本的读写；老字段保持原样可用。</a:t>
            </a:r>
          </a:p>
          <a:p>
            <a:r>
              <a:t>Soak 稳定期：至少一个周期：新版本稳定运行至少一个周期后再动手清理；这段时间就是回滚窗口。</a:t>
            </a:r>
          </a:p>
          <a:p>
            <a:r>
              <a:t>Contract 收缩：物理下线老字段：确认无需回滚后，物理下线并删除老字段，收敛数据模型。</a:t>
            </a:r>
          </a:p>
          <a:p>
            <a:r>
              <a:t>【强调】破坏性变更一票否决：线上发版前严格禁止 ① 字段重命名 ② 存量表直接添加非空字段 ③ 即时删表删列 —— 任何一条都会让「回滚到旧版本代码」直接失败。</a:t>
            </a:r>
          </a:p>
          <a:p>
            <a:r>
              <a:t>【备注】验收口径：回滚至旧版本代码时数据库仍可无痛读写；清理动作只能放在稳定期之后的 Contract 阶段（ADR 0002 database-expand-and-contract）。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发布与过渡机制 · CUTOVER MECHANICS</a:t>
            </a:r>
          </a:p>
          <a:p>
            <a:r>
              <a:t>切流时序：拨动前后各发生什么</a:t>
            </a:r>
          </a:p>
          <a:p>
            <a:r>
              <a:t>按 CONTEXT.md 的术语关系推导的顺序示意，用于评审对齐；具体 SOP 以发布手册与演练脚本为准。</a:t>
            </a:r>
          </a:p>
          <a:p>
            <a:r>
              <a:t>T1 L0 原子拨动：整站全量原子切流：权重 100:0 → 0:100 瞬时拨动，不设中间态。</a:t>
            </a:r>
          </a:p>
          <a:p>
            <a:r>
              <a:t>T2 用户无感接管：跨站会话共享：统一 Redis（超算站）共享 Token，切流瞬间免于重新登录。</a:t>
            </a:r>
          </a:p>
          <a:p>
            <a:r>
              <a:t>T3 单活任务切换：新接流站激活 MQ 拉取消费与定时任务调度，原接流站自动挂起，杜绝重复记账。</a:t>
            </a:r>
          </a:p>
          <a:p>
            <a:r>
              <a:t>T4 旧站连接排空：切断新请求流入后，允许在途写事务与长请求自然收敛结束，等待活跃连接归零。</a:t>
            </a:r>
          </a:p>
          <a:p>
            <a:r>
              <a:t>T5 旧站方可动工：活跃连接归零后才允许关闭或更新应用，避免事务中断与数据悬空。</a:t>
            </a:r>
          </a:p>
          <a:p>
            <a:r>
              <a:t>T6 窗口承压观察：接流站以精简合署节点扛全量：P95 恶化 &lt;20% 为门禁，超限触发扩容预案。</a:t>
            </a:r>
          </a:p>
          <a:p>
            <a:r>
              <a:t>【强调】前端并行生效：HTML 零缓存 + Chunk 加载异常捕获，发现版本落后即自动优雅重载，避免老页面调新接口白屏（ADR 0004）。</a:t>
            </a:r>
          </a:p>
          <a:p>
            <a:r>
              <a:t>【备注】T1–T6 为按术语依赖关系推导的示意顺序，非 CONTEXT.md 原文编号。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发布与过渡机制 · CUTOVER MECHANICS</a:t>
            </a:r>
          </a:p>
          <a:p>
            <a:r>
              <a:t>过渡机制：会话、任务、前端，以及窗口承压</a:t>
            </a:r>
          </a:p>
          <a:p>
            <a:r>
              <a:t>跨站会话共享（Cross-site Shared Session）：统一 Redis 集中部署在超算站；实现分布式 Token 共享；切流瞬间用户免于重新登录</a:t>
            </a:r>
          </a:p>
          <a:p>
            <a:r>
              <a:t>单活任务 / 消费者管控（Single-Active Task &amp; MQ Consumer）：同一时刻仅接流集群激活；MQ 拉取消费 + 定时任务调度；待命端自动挂起；杜绝并发竞争消费与重复记账</a:t>
            </a:r>
          </a:p>
          <a:p>
            <a:r>
              <a:t>HTML 零缓存与自愈重载（Zero-Cache HTML &amp; Self-Healing Reload）：Web 入口文件禁止一切强缓存；框架集成 Chunk 加载异常捕获；切流 / 版本落后时自动优雅重载；避免老页面调新接口白屏</a:t>
            </a:r>
          </a:p>
          <a:p>
            <a:r>
              <a:t>【强调】发版窗口承压：不做金丝雀的代价，是接流站以精简合署节点独自扛住 100% 生产流量（允许性能降级，属已接受风险）；门禁为 P95 恶化 &lt;20% + 全链路演练，超限触发扩容预案。</a:t>
            </a:r>
          </a:p>
          <a:p>
            <a:r>
              <a:t>【备注】三者共同保证「瞬时拨动」对用户与数据都是无感的：会话不断、账不重复、页面不白屏。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REFERENCE｜14 个术语一页速查</a:t>
            </a:r>
          </a:p>
          <a:p>
            <a:r>
              <a:t>术语速查表：14 条统一语言</a:t>
            </a:r>
          </a:p>
          <a:p>
            <a:r>
              <a:t>超算区 / 蓝区 | Supercomputing Zone | 原有集群（10.142 网段），承载常态主业务流量，挂载全量数据层 | site</a:t>
            </a:r>
          </a:p>
          <a:p>
            <a:r>
              <a:t>南湾区 / 绿区 | Nanwan Zone | 新建集群（10.20 网段），同机房同内网、RTT 对等 | site</a:t>
            </a:r>
          </a:p>
          <a:p>
            <a:r>
              <a:t>逻辑双站 / 蓝绿集群 | Logical Dual Clusters | 网络共生、逻辑完全隔离的蓝绿集群，非物理异地双机房 | site</a:t>
            </a:r>
          </a:p>
          <a:p>
            <a:r>
              <a:t>L0 统一入口 | L0 Ingress Gateway | 整站全量流量总开关，权重严格 100:0 / 0:100 原子切换 | route</a:t>
            </a:r>
          </a:p>
          <a:p>
            <a:r>
              <a:t>L1 站点接入层 | L1 Site Ingress | 站内接入层：分发本站静态资源、反代 API，本站前端必调本站后端 | route</a:t>
            </a:r>
          </a:p>
          <a:p>
            <a:r>
              <a:t>区域亲和路由 | Zone-Affinity Routing | 注入 CLUSTER_ZONE 标签，RPC 严格同区调用，杜绝跨站串门（ADR 0003） | route</a:t>
            </a:r>
          </a:p>
          <a:p>
            <a:r>
              <a:t>整站全量原子切流 | Atomic All-or-Nothing Cutover | 不做金丝雀，流量瞬时拨动；验证走站点直连内部域名（ADR 0005） | route</a:t>
            </a:r>
          </a:p>
          <a:p>
            <a:r>
              <a:t>膨胀与收缩 | Expand and Contract | 先只新增字段/表兼顾新旧版本，稳定≥1 周期后再物理删老字段（ADR 0002） | db</a:t>
            </a:r>
          </a:p>
          <a:p>
            <a:r>
              <a:t>破坏性变更一票否决 | Destructive DDL Ban | 禁止字段重命名、存量表加非空字段、即时删表删列 | db</a:t>
            </a:r>
          </a:p>
          <a:p>
            <a:r>
              <a:t>连接排空 | Connection Draining | 切断新请求后等在途事务收敛，活跃连接归零才可关闭或更新应用 | cut</a:t>
            </a:r>
          </a:p>
          <a:p>
            <a:r>
              <a:t>跨站会话共享 | Cross-site Shared Session | 超算站集中部署统一 Redis 共享 Token，切流瞬间免于重新登录 | cut</a:t>
            </a:r>
          </a:p>
          <a:p>
            <a:r>
              <a:t>单活任务 / 消费者管控 | Single-Active Task &amp; MQ Consumer | 仅接流集群激活 MQ 消费与定时任务，待命端挂起防重复记账（ADR 0001） | cut</a:t>
            </a:r>
          </a:p>
          <a:p>
            <a:r>
              <a:t>HTML 零缓存与自愈重载 | Zero-Cache HTML &amp; Self-Healing Reload | 入口 HTML 禁一切强缓存；Chunk 异常自动优雅重载防白屏（ADR 0004） | cut</a:t>
            </a:r>
          </a:p>
          <a:p>
            <a:r>
              <a:t>发版窗口承压 | Release-Window Capacity Acceptance | 精简合署节点扛 100% 流量，P95 恶化 &lt;20% + 演练为门禁 | cut</a:t>
            </a:r>
          </a:p>
          <a:p>
            <a:r>
              <a:t>【备注】完整定义见 CONTEXT.md；「域」列为术语所属的四个术语域。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+ ADR</a:t>
            </a:r>
          </a:p>
          <a:p>
            <a:r>
              <a:t>落地检查清单：发版评审逐项打勾</a:t>
            </a:r>
          </a:p>
          <a:p>
            <a:r>
              <a:t>每条都对应一个术语口径；任何一条不满足，原子切流的前提就不成立。页脚附 ADR 索引。</a:t>
            </a:r>
          </a:p>
          <a:p>
            <a:r>
              <a:t>路由与隔离：L0 权重只有 100:0 / 0:100，无中间态；RPC 客户端无跨区调用（区域亲和生效）；蓝绿各自独立注册中心，互不注册</a:t>
            </a:r>
          </a:p>
          <a:p>
            <a:r>
              <a:t>数据库：本次 DDL 只新增字段 / 表（Expand）；无字段重命名、无存量表加非空字段；稳定期 ≥ 一个周期后才安排收缩</a:t>
            </a:r>
          </a:p>
          <a:p>
            <a:r>
              <a:t>发布执行：切流后等在途事务收敛、活跃连接归零再动工；MQ 消费与定时任务仅一站激活，待命站挂起；全链路演练通过，P95 恶化 &lt;20%，扩容预案就绪</a:t>
            </a:r>
          </a:p>
          <a:p>
            <a:r>
              <a:t>【备注】ADR 索引（原文见源工程 docs/adr/）：0001 单活任务与 MQ 消费者 · 0002 数据库膨胀与收缩 · 0003 跨集群服务隔离 · 0004 前端缓存与 API 兼容 · 0005 原子切流、不做金丝雀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9046159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 spc="15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体检系统升级 V2 · CONTEXT.md · 精简版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977767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领域术语表与切流发布架构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61488"/>
            <a:ext cx="1051560" cy="5029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999232"/>
            <a:ext cx="94119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统一语言 Ubiquitous Language｜蓝绿双站 · 整站全量原子切流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个术语域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1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1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 个核心术语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82895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5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页速览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607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来源：CONTEXT.md · 关联决策：ADR 0001–0005 · 生成日期 2026-10-21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ARCHITECTURE IN ONE PAGE｜术语总览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一页看懂：网络共生、逻辑隔离的蓝绿双站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同一机房同一内网的两套应用集群，通过独立注册中心 + 区域标签隔离；数据层与缓存集中共享，任务与消费单活。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441144"/>
            <a:ext cx="0" cy="126874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8362" y="3039267"/>
            <a:ext cx="0" cy="652497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16465" y="3283219"/>
            <a:ext cx="383794" cy="16459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6465" y="3283219"/>
            <a:ext cx="383794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17324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3655" y="3039267"/>
            <a:ext cx="0" cy="652497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18067" y="3283219"/>
            <a:ext cx="511175" cy="16459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8067" y="3283219"/>
            <a:ext cx="511175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0% 待命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8359" y="3909263"/>
            <a:ext cx="271874" cy="0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5214" y="3909263"/>
            <a:ext cx="271874" cy="0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09916" y="4126763"/>
            <a:ext cx="0" cy="72499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56770" y="4126763"/>
            <a:ext cx="0" cy="72499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25235" y="4779260"/>
            <a:ext cx="0" cy="217499"/>
          </a:xfrm>
          <a:prstGeom prst="line">
            <a:avLst/>
          </a:prstGeom>
          <a:ln w="15875">
            <a:solidFill>
              <a:srgbClr val="6B7A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66459" y="4779260"/>
            <a:ext cx="0" cy="217499"/>
          </a:xfrm>
          <a:prstGeom prst="line">
            <a:avLst/>
          </a:prstGeom>
          <a:ln w="15875">
            <a:solidFill>
              <a:srgbClr val="6B7A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9617" y="2096770"/>
            <a:ext cx="308124" cy="0"/>
          </a:xfrm>
          <a:prstGeom prst="line">
            <a:avLst/>
          </a:prstGeom>
          <a:ln w="1587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20240" y="202427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常态流量路径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9617" y="2278019"/>
            <a:ext cx="308124" cy="0"/>
          </a:xfrm>
          <a:prstGeom prst="line">
            <a:avLst/>
          </a:prstGeom>
          <a:ln w="15875">
            <a:solidFill>
              <a:srgbClr val="6B7A8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20240" y="220552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待命 / 服务发现（控制面）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6466" y="2024270"/>
            <a:ext cx="371561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两站同机房 · 同一内网拓扑 · RTT 对等（延迟忽略不计）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17727" y="2006145"/>
            <a:ext cx="2356241" cy="434998"/>
          </a:xfrm>
          <a:prstGeom prst="roundRect">
            <a:avLst>
              <a:gd name="adj" fmla="val 3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0023" y="2063753"/>
            <a:ext cx="2191649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 / 客户端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浏览器 · App · 第三方接入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7737" y="2568018"/>
            <a:ext cx="8156219" cy="471248"/>
          </a:xfrm>
          <a:prstGeom prst="roundRect">
            <a:avLst>
              <a:gd name="adj" fmla="val 16000"/>
            </a:avLst>
          </a:prstGeom>
          <a:solidFill>
            <a:srgbClr val="17324F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0033" y="2625626"/>
            <a:ext cx="7991627" cy="3889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L0 统一入口 · 整站全量流量总开关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9FE3EC"/>
                </a:solidFill>
                <a:latin typeface="Microsoft YaHei"/>
                <a:ea typeface="Microsoft YaHei"/>
                <a:cs typeface="Microsoft YaHei"/>
              </a:rPr>
              <a:t>前置高可用入口反向代理层｜权重严格 100:0 或 0:100 原子切换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617" y="3184266"/>
            <a:ext cx="5165605" cy="1594994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 w="15875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201" y="3254675"/>
            <a:ext cx="4964437" cy="149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超算区 / 蓝区 · 10.142 网段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原有应用集群 · 常态主业务流量 · 挂载全量数据层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5241" y="3691764"/>
            <a:ext cx="1903117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7537" y="3749371"/>
            <a:ext cx="1738525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本站静态资源分发 + API 反向代理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50233" y="3691764"/>
            <a:ext cx="2519365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2529" y="3749371"/>
            <a:ext cx="2354773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应用集群  CLUSTER_ZONE=blue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本站前端必调本站后端 · RPC 严格同区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50233" y="4199262"/>
            <a:ext cx="2519365" cy="4168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7C4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2529" y="4256869"/>
            <a:ext cx="2354773" cy="33457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独立注册中心集群（蓝）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7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服务发现与绿区互不干扰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6472" y="3184266"/>
            <a:ext cx="5165605" cy="1594994"/>
          </a:xfrm>
          <a:prstGeom prst="roundRect">
            <a:avLst>
              <a:gd name="adj" fmla="val 5000"/>
            </a:avLst>
          </a:prstGeom>
          <a:solidFill>
            <a:srgbClr val="E7F6E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7056" y="3254675"/>
            <a:ext cx="4964437" cy="149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南湾区 / 绿区 · 10.20 网段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新建应用集群 · 同机房同内网 · RTT 与超算对等（延迟忽略不计）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22096" y="3691764"/>
            <a:ext cx="1903117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4392" y="3749371"/>
            <a:ext cx="1738525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本站静态资源分发 + API 反向代理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7088" y="3691764"/>
            <a:ext cx="2519365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9384" y="3749371"/>
            <a:ext cx="2354773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应用集群  CLUSTER_ZONE=green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切流后承接 100% 生产流量（窗口承压）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7088" y="4199262"/>
            <a:ext cx="2519365" cy="4168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7C4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79384" y="4256869"/>
            <a:ext cx="2354773" cy="33457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独立注册中心集群（绿）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7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服务发现与蓝区互不干扰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2105" y="4797385"/>
            <a:ext cx="3987485" cy="217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00" b="1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共享层 · 两站共用（网络共生，数据不分裂）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9617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201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共享单数据库 · 全量数据层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膨胀与收缩（Expand &amp; Contract）：只增不改，稳定≥1 周期后再收缩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0228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10812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Redis（集中部署在超算站）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跨站会话共享：分布式 Token 共享，切流瞬间免于重新登录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80840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1424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消费 + 定时任务（单活）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仅接流集群激活，待命端自动挂起，杜绝并发竞争与重复记账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01 站点 · SITE / CLUSTER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站点：蓝区与绿区，同机房同内网的两套集群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5300319" cy="3858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1659" y="1755648"/>
            <a:ext cx="111099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1659" y="1755648"/>
            <a:ext cx="11109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常态主业务流量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55648"/>
            <a:ext cx="35858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超算区 / 蓝区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Supercomputing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05837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100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780157"/>
            <a:ext cx="478825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2926461"/>
            <a:ext cx="4788255" cy="22307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原有应用集群，10.142 网段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与南湾区同机房、同一内网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承载常态主业务流量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挂载全量数据层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 集中部署在本站（跨站会话共享）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481328"/>
            <a:ext cx="5300319" cy="3858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4447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22281" y="1755648"/>
            <a:ext cx="1255013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2281" y="1755648"/>
            <a:ext cx="1255013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新建 · 待命 / 接流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1755648"/>
            <a:ext cx="3441801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 / 绿区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039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Nanwan Zone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9039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89039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9039" y="2505837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100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89039" y="2780157"/>
            <a:ext cx="4788256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89039" y="2926461"/>
            <a:ext cx="4788255" cy="22307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新建应用集群，10.20 网段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同属同机房同一内网拓扑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RTT 与超算对等，延迟忽略不计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独立注册中心集群，服务发现互不干扰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切流后独自承接 100% 生产流量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486400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486400"/>
            <a:ext cx="50292" cy="566928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逻辑双站 / 蓝绿集群：网络共生、逻辑完全隔离，不是物理异地双机房；目的只有两个 —— 环境隔离 + 快速切流；隔离靠各自独立的注册中心集群 + CLUSTER_ZONE 区域亲和路由。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表述纪律：评审中「双端 / 双站」一律按本页口径表述，不与「异地双机房 / 双活」混用。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02 网关与流量路由 · ROUTING &amp; INGRESS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两层网关：L0 管去向，L1 管闭合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5300319" cy="3858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20259" y="1755648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0259" y="1755648"/>
            <a:ext cx="8823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整站总开关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55648"/>
            <a:ext cx="38144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统一入口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L0 Ingress Gateway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2304669"/>
            <a:ext cx="478825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450973"/>
            <a:ext cx="4788255" cy="27062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部署于前置的高可用入口反向代理层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承担整站全量流量的「总开关」角色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控制超算与南湾的权重分配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严格执行 100:0 或 0:100 原子切换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不提供中间态权重（无金丝雀）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481328"/>
            <a:ext cx="5300319" cy="3858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4447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09199" y="1755648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09199" y="1755648"/>
            <a:ext cx="7680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站内闭合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1755648"/>
            <a:ext cx="39287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L1 Site Ingress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9039" y="2304669"/>
            <a:ext cx="4788256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89039" y="2450973"/>
            <a:ext cx="4788255" cy="27062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站点内部的前置接入层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分发本站静态前端资源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反向代理后端 API 请求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铁律：本站前端必调本站后端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上线验证可直连本站内部域名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86400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486400"/>
            <a:ext cx="50292" cy="566928"/>
          </a:xfrm>
          <a:prstGeom prst="rect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区域亲和路由（ADR 0003）：实例启动注入 CLUSTER_ZONE，RPC 客户端严格只调同区实例 —— 同内网网络层默认可达，出现跨区调用即视为隔离失效。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L0 只做「全量拨向哪一站」；站内前后端的对应关系由 L1 保证，两层职责不混用。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02 网关与流量路由｜ADR 0005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整站全量原子切流：Atomic All-or-Nothing Cutover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0372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0372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蓝区接全量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切换前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100 :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482024"/>
            <a:ext cx="300319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100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2756344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7824" y="2902648"/>
            <a:ext cx="3003194" cy="240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超算区承载常态主业务流量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南湾区待命：任务与消费挂起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版本 N 在线上运行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4794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6234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46798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6798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不做金丝雀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4250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瞬时拨动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4250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No Canary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4250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4250" y="2427160"/>
            <a:ext cx="3003194" cy="2876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不采用渐进式金丝雀权重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流量只在 100:0 与 0:100 之间瞬时拨动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无中间态、无按用户比例灰度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1220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2660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63225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3225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绿区接全量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0676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切换后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676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0 : 100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0676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10676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0676" y="2482024"/>
            <a:ext cx="300319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100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10676" y="2756344"/>
            <a:ext cx="300319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10676" y="2902648"/>
            <a:ext cx="3003194" cy="240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南湾区承接全量生产流量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上线验证依托站点直连内部域名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版本 N+1 生效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目的：杜绝用户在两个版本间反复横跳；代价：接流站必须独自扛住 100% 流量（见「发版窗口承压」）。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决策依据：ADR 0005 atomic-cutover-no-canary（原子切流、不做金丝雀）。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03 数据库与演进模型｜ADR 0002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数据库：先膨胀后收缩，破坏性变更一票否决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针对共享单数据库系统的两阶段架构演进模式，用「时间差」换「可回滚」。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6695" y="2029967"/>
            <a:ext cx="0" cy="2353057"/>
          </a:xfrm>
          <a:prstGeom prst="line">
            <a:avLst/>
          </a:prstGeom>
          <a:ln w="1905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874519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874519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膨胀：只新增，不修改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56231"/>
            <a:ext cx="7308799" cy="1048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发布新版时只新增字段或表，同时兼顾新旧两个版本的读写；老字段保持原样可用。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932176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3051048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51048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Soak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3051048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稳定期：至少一个周期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032760"/>
            <a:ext cx="7308799" cy="1048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新版本稳定运行至少一个周期后再动手清理；这段时间就是回滚窗口。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91056" y="4108704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4227576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227576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4227576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收缩：物理下线老字段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4209287"/>
            <a:ext cx="7308799" cy="1048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确认无需回滚后，物理下线并删除老字段，收敛数据模型。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86400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486400"/>
            <a:ext cx="50292" cy="566928"/>
          </a:xfrm>
          <a:prstGeom prst="rect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破坏性变更一票否决：线上发版前严格禁止 ① 字段重命名 ② 存量表直接添加非空字段 ③ 即时删表删列 —— 任何一条都会让「回滚到旧版本代码」直接失败。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验收口径：回滚至旧版本代码时数据库仍可无痛读写；清理动作只能放在稳定期之后的 Contract 阶段（ADR 0002 database-expand-and-contract）。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04 发布与过渡机制 · CUTOVER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切流时序：拨动前后各发生什么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按 CONTEXT.md 的术语关系推导的顺序示意，用于评审对齐；具体 SOP 以发布手册与演练脚本为准。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6695" y="2029967"/>
            <a:ext cx="0" cy="2941321"/>
          </a:xfrm>
          <a:prstGeom prst="line">
            <a:avLst/>
          </a:prstGeom>
          <a:ln w="1905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874519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874519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原子拨动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56231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整站全量原子切流：权重 100:0 → 0:100 瞬时拨动，不设中间态。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343911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2462783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2783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2462783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用户无感接管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444495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跨站会话共享：统一 Redis（超算站）共享 Token，切流瞬间免于重新登录。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91056" y="2932176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3051048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051048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3051048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单活任务切换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032760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新接流站激活 MQ 拉取消费与定时任务调度，原接流站自动挂起，杜绝重复记账。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91056" y="3520440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639312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639312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639312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旧站连接排空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3621024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切断新请求流入后，允许在途写事务与长请求自然收敛结束，等待活跃连接归零。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91056" y="4108704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" y="4227576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227576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1056" y="4227576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旧站方可动工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209287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活跃连接归零后才允许关闭或更新应用，避免事务中断与数据悬空。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91056" y="4696968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8" y="481584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815840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1056" y="4815840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窗口承压观察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797552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接流站以精简合署节点扛全量：P95 恶化 &lt;20% 为门禁，超限触发扩容预案。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86400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486400"/>
            <a:ext cx="50292" cy="56692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前端并行生效：HTML 零缓存 + Chunk 加载异常捕获，发现版本落后即自动优雅重载，避免老页面调新接口白屏（ADR 0004）。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T1–T6 为按术语依赖关系推导的示意顺序，非 CONTEXT.md 原文编号。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04 发布与过渡机制 · CUTOVER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过渡机制：会话、任务、前端，以及窗口承压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3442106" cy="3858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0372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0372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用户不重登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跨站会话共享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Cross-site Shared Session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2427160"/>
            <a:ext cx="3003194" cy="27300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 集中部署在超算站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实现分布式 Token 共享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切流瞬间用户免于重新登录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4794" y="1481328"/>
            <a:ext cx="3442106" cy="3858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6234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85660" y="1755648"/>
            <a:ext cx="811784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5660" y="1755648"/>
            <a:ext cx="81178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ADR 0001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250" y="1755648"/>
            <a:ext cx="209997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单活任务 / 消费者管控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250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Single-Active Task &amp; MQ Consumer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4250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94250" y="2427160"/>
            <a:ext cx="3003194" cy="27300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同一时刻仅接流集群激活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拉取消费 + 定时任务调度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待命端自动挂起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杜绝并发竞争消费与重复记账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1220" y="1481328"/>
            <a:ext cx="3442106" cy="3858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2660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02087" y="1755648"/>
            <a:ext cx="811784" cy="29260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02087" y="1755648"/>
            <a:ext cx="81178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ADR 0004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0676" y="1755648"/>
            <a:ext cx="209997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HTML 零缓存与自愈重载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0676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Zero-Cache HTML &amp; Self-Healing Reload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0676" y="2280856"/>
            <a:ext cx="300319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0676" y="2427160"/>
            <a:ext cx="3003194" cy="27300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Web 入口文件禁止一切强缓存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框架集成 Chunk 加载异常捕获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 / 版本落后时自动优雅重载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避免老页面调新接口白屏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86400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486400"/>
            <a:ext cx="50292" cy="56692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发版窗口承压：不做金丝雀的代价，是接流站以精简合署节点独自扛住 100% 生产流量（允许性能降级，属已接受风险）；门禁为 P95 恶化 &lt;20% + 全链路演练，超限触发扩容预案。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三者共同保证「瞬时拨动」对用户与数据都是无感的：会话不断、账不重复、页面不白屏。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REFERENCE｜14 个术语一页速查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术语速查表：14 条统一语言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81328"/>
          <a:ext cx="10874957" cy="45719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64803"/>
                <a:gridCol w="2695893"/>
                <a:gridCol w="5391786"/>
                <a:gridCol w="82247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一句话定义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超算区 / 蓝区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Supercomputing Zone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原有集群（10.142 网段），承载常态主业务流量，挂载全量数据层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南湾区 / 绿区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Nanwan Zone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新建集群（10.20 网段），同机房同内网、RTT 对等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逻辑双站 / 蓝绿集群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Logical Dual Clusters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网络共生、逻辑完全隔离的蓝绿集群，非物理异地双机房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统一入口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Ingress Gateway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整站全量流量总开关，权重严格 100:0 / 0:100 原子切换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站点接入层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Site Ingress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站内接入层：分发本站静态资源、反代 API，本站前端必调本站后端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区域亲和路由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Zone-Affinity Routing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注入 CLUSTER_ZONE 标签，RPC 严格同区调用，杜绝跨站串门（ADR 0003）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整站全量原子切流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Atomic All-or-Nothing Cutover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不做金丝雀，流量瞬时拨动；验证走站点直连内部域名（ADR 0005）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膨胀与收缩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Expand and Contract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先只新增字段/表兼顾新旧版本，稳定≥1 周期后再物理删老字段（ADR 0002）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破坏性变更一票否决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Destructive DDL Ban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禁止字段重命名、存量表加非空字段、即时删表删列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连接排空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Connection Draining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切断新请求后等在途事务收敛，活跃连接归零才可关闭或更新应用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跨站会话共享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Cross-site Shared Session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超算站集中部署统一 Redis 共享 Token，切流瞬间免于重新登录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单活任务 / 消费者管控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Single-Active Task &amp; MQ Consumer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仅接流集群激活 MQ 消费与定时任务，待命端挂起防重复记账（ADR 0001）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 零缓存与自愈重载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Zero-Cache HTML &amp; Self-Healing Reload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 HTML 禁一切强缓存；Chunk 异常自动优雅重载防白屏（ADR 0004）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发版窗口承压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Release-Window Capacity Acceptance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0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精简合署节点扛 100% 流量，P95 恶化 &lt;20% + 演练为门禁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85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完整定义见 CONTEXT.md；「域」列为术语所属的四个术语域。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CHECKLIST + ADR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落地检查清单：发版评审逐项打勾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每条都对应一个术语口径；任何一条不满足，原子切流的前提就不成立。页脚附 ADR 索引。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路由与隔离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3 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权重只有 100:0 / 0:100，无中间态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RPC 客户端无跨区调用（区域亲和生效）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蓝绿各自独立注册中心，互不注册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4794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5962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3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本次 DDL 只新增字段 / 表（Expand）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无字段重命名、无存量表加非空字段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稳定期 ≥ 一个周期后才安排收缩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1220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2388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发布执行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3 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2388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切流后等在途事务收敛、活跃连接归零再动工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消费与定时任务仅一站激活，待命站挂起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全链路演练通过，P95 恶化 &lt;20%，扩容预案就绪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ADR 索引（原文见源工程 docs/adr/）：0001 单活任务与 MQ 消费者 · 0002 数据库膨胀与收缩 · 0003 跨集群服务隔离 · 0004 前端缓存与 API 兼容 · 0005 原子切流、不做金丝雀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体检系统升级V2 · 领域术语与切流架构（10 页精简版）</dc:title>
  <dc:subject>统一语言 / 蓝绿双站 / 整站全量原子切流</dc:subject>
  <dc:creator>体检系统升级V2 架构组</dc:creator>
  <cp:keywords>蓝绿双站;原子切流;Expand and Contract;区域亲和路由;体检系统升级V2</cp:keywords>
  <dc:description>由 CONTEXT.md 生成 · 10 页精简版 · 配套 ADR 0001-0005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架构评审 / 领域术语</cp:category>
</cp:coreProperties>
</file>